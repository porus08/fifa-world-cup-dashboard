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61" r:id="rId3"/>
    <p:sldId id="262" r:id="rId4"/>
    <p:sldId id="257" r:id="rId5"/>
    <p:sldId id="258" r:id="rId6"/>
    <p:sldId id="259"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791301-E5BE-4A34-ADF8-DBAA3DEA9859}" v="1" dt="2024-08-30T06:01:41.6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00311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7856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60917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3841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4142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46263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5615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4429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6822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880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3754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5086053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Rectangle 1039">
            <a:extLst>
              <a:ext uri="{FF2B5EF4-FFF2-40B4-BE49-F238E27FC236}">
                <a16:creationId xmlns:a16="http://schemas.microsoft.com/office/drawing/2014/main" id="{3D572980-FB84-8C29-1FAC-FAC5ECE29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FIFA 2018: 10+ cool FIFA facts every World Cup football fan should know |  Architectural Digest India">
            <a:extLst>
              <a:ext uri="{FF2B5EF4-FFF2-40B4-BE49-F238E27FC236}">
                <a16:creationId xmlns:a16="http://schemas.microsoft.com/office/drawing/2014/main" id="{EA13A764-013B-455B-4F51-3318530F58DE}"/>
              </a:ext>
            </a:extLst>
          </p:cNvPr>
          <p:cNvPicPr>
            <a:picLocks noChangeAspect="1" noChangeArrowheads="1"/>
          </p:cNvPicPr>
          <p:nvPr/>
        </p:nvPicPr>
        <p:blipFill>
          <a:blip r:embed="rId2">
            <a:alphaModFix amt="60000"/>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D518F68-6340-E82B-826D-85FB066BF592}"/>
              </a:ext>
            </a:extLst>
          </p:cNvPr>
          <p:cNvSpPr>
            <a:spLocks noGrp="1"/>
          </p:cNvSpPr>
          <p:nvPr>
            <p:ph type="ctrTitle"/>
          </p:nvPr>
        </p:nvSpPr>
        <p:spPr>
          <a:xfrm>
            <a:off x="2301923" y="1482602"/>
            <a:ext cx="7588155" cy="2236264"/>
          </a:xfrm>
        </p:spPr>
        <p:txBody>
          <a:bodyPr>
            <a:normAutofit/>
          </a:bodyPr>
          <a:lstStyle/>
          <a:p>
            <a:r>
              <a:rPr lang="en-IN" sz="5400">
                <a:solidFill>
                  <a:srgbClr val="FFFFFF"/>
                </a:solidFill>
              </a:rPr>
              <a:t>FIFA WORLD CUP ANALYSIS</a:t>
            </a:r>
          </a:p>
        </p:txBody>
      </p:sp>
      <p:sp>
        <p:nvSpPr>
          <p:cNvPr id="3" name="Subtitle 2">
            <a:extLst>
              <a:ext uri="{FF2B5EF4-FFF2-40B4-BE49-F238E27FC236}">
                <a16:creationId xmlns:a16="http://schemas.microsoft.com/office/drawing/2014/main" id="{95BD877C-1799-9A26-CA37-3485ABCAF218}"/>
              </a:ext>
            </a:extLst>
          </p:cNvPr>
          <p:cNvSpPr>
            <a:spLocks noGrp="1"/>
          </p:cNvSpPr>
          <p:nvPr>
            <p:ph type="subTitle" idx="1"/>
          </p:nvPr>
        </p:nvSpPr>
        <p:spPr>
          <a:xfrm>
            <a:off x="161397" y="5201459"/>
            <a:ext cx="4961321" cy="1292860"/>
          </a:xfrm>
        </p:spPr>
        <p:txBody>
          <a:bodyPr>
            <a:normAutofit/>
          </a:bodyPr>
          <a:lstStyle/>
          <a:p>
            <a:pPr algn="l"/>
            <a:r>
              <a:rPr lang="en-IN" sz="2000" dirty="0"/>
              <a:t>By Velpula Purushotham</a:t>
            </a:r>
          </a:p>
          <a:p>
            <a:pPr algn="l"/>
            <a:r>
              <a:rPr lang="en-IN" sz="2000" dirty="0"/>
              <a:t>Email </a:t>
            </a:r>
            <a:r>
              <a:rPr lang="en-IN" sz="2000"/>
              <a:t>ID:Purushothamvelpula80@</a:t>
            </a:r>
            <a:r>
              <a:rPr lang="en-IN" sz="2000" dirty="0"/>
              <a:t>gmail.com</a:t>
            </a:r>
          </a:p>
        </p:txBody>
      </p:sp>
    </p:spTree>
    <p:extLst>
      <p:ext uri="{BB962C8B-B14F-4D97-AF65-F5344CB8AC3E}">
        <p14:creationId xmlns:p14="http://schemas.microsoft.com/office/powerpoint/2010/main" val="49803341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587E41-605C-A8E4-8BA5-0E0B3797C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3" name="Picture 2" descr="A screenshot of a computer&#10;&#10;Description automatically generated">
            <a:extLst>
              <a:ext uri="{FF2B5EF4-FFF2-40B4-BE49-F238E27FC236}">
                <a16:creationId xmlns:a16="http://schemas.microsoft.com/office/drawing/2014/main" id="{7157188F-833D-F66B-5FE8-C6EFA663E6FE}"/>
              </a:ext>
            </a:extLst>
          </p:cNvPr>
          <p:cNvPicPr>
            <a:picLocks noChangeAspect="1"/>
          </p:cNvPicPr>
          <p:nvPr/>
        </p:nvPicPr>
        <p:blipFill>
          <a:blip r:embed="rId2">
            <a:extLst>
              <a:ext uri="{28A0092B-C50C-407E-A947-70E740481C1C}">
                <a14:useLocalDpi xmlns:a14="http://schemas.microsoft.com/office/drawing/2010/main" val="0"/>
              </a:ext>
            </a:extLst>
          </a:blip>
          <a:srcRect l="1734" t="9091" r="7357"/>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EBD48A03-0DF9-3063-CB15-1BC2AEC79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11906"/>
            <a:ext cx="12191999" cy="1246094"/>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TextBox 3">
            <a:extLst>
              <a:ext uri="{FF2B5EF4-FFF2-40B4-BE49-F238E27FC236}">
                <a16:creationId xmlns:a16="http://schemas.microsoft.com/office/drawing/2014/main" id="{C2DE94B8-9F4A-B50F-FAA8-117568BE29B6}"/>
              </a:ext>
            </a:extLst>
          </p:cNvPr>
          <p:cNvSpPr txBox="1"/>
          <p:nvPr/>
        </p:nvSpPr>
        <p:spPr>
          <a:xfrm>
            <a:off x="320040" y="5795685"/>
            <a:ext cx="8183880" cy="9601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dirty="0">
                <a:latin typeface="+mj-lt"/>
                <a:ea typeface="+mj-ea"/>
                <a:cs typeface="+mj-cs"/>
              </a:rPr>
              <a:t>FIFA World Cup Analysis Dashboard</a:t>
            </a:r>
          </a:p>
        </p:txBody>
      </p:sp>
    </p:spTree>
    <p:extLst>
      <p:ext uri="{BB962C8B-B14F-4D97-AF65-F5344CB8AC3E}">
        <p14:creationId xmlns:p14="http://schemas.microsoft.com/office/powerpoint/2010/main" val="1981231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4B07A84-E6C5-C3CF-89F0-726F9B6A140E}"/>
              </a:ext>
            </a:extLst>
          </p:cNvPr>
          <p:cNvSpPr txBox="1"/>
          <p:nvPr/>
        </p:nvSpPr>
        <p:spPr>
          <a:xfrm>
            <a:off x="662959" y="1114924"/>
            <a:ext cx="4621553" cy="3159018"/>
          </a:xfrm>
          <a:prstGeom prst="rect">
            <a:avLst/>
          </a:prstGeom>
        </p:spPr>
        <p:txBody>
          <a:bodyPr vert="horz" lIns="91440" tIns="45720" rIns="91440" bIns="45720" rtlCol="0">
            <a:noAutofit/>
          </a:bodyPr>
          <a:lstStyle/>
          <a:p>
            <a:pPr indent="-228600" algn="just">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FIFA World Cup dashboard provides a comprehensive overview of tournament history, highlighting key statistics and trends. It shows the number of titles won by various countries, with Brazil leading the chart, and also displays teams' appearances in finals and semi-finals, where Brazil, Italy, and Germany FR dominate. The dashboard lists the countries that have hosted the World Cup, along with a timeline of competitions showing goals scored, matches played, and teams qualified over the years. Additionally, it includes a table of World Cup winners, runners-up, and the hosting venues, along with a map visualizing audience engagement by country across different years.</a:t>
            </a:r>
          </a:p>
        </p:txBody>
      </p:sp>
      <p:pic>
        <p:nvPicPr>
          <p:cNvPr id="3" name="Picture 2" descr="A screenshot of a computer&#10;&#10;Description automatically generated">
            <a:extLst>
              <a:ext uri="{FF2B5EF4-FFF2-40B4-BE49-F238E27FC236}">
                <a16:creationId xmlns:a16="http://schemas.microsoft.com/office/drawing/2014/main" id="{54437F64-1A96-B917-663D-6994FBF2FC2B}"/>
              </a:ext>
            </a:extLst>
          </p:cNvPr>
          <p:cNvPicPr>
            <a:picLocks noChangeAspect="1"/>
          </p:cNvPicPr>
          <p:nvPr/>
        </p:nvPicPr>
        <p:blipFill>
          <a:blip r:embed="rId2">
            <a:extLst>
              <a:ext uri="{28A0092B-C50C-407E-A947-70E740481C1C}">
                <a14:useLocalDpi xmlns:a14="http://schemas.microsoft.com/office/drawing/2010/main" val="0"/>
              </a:ext>
            </a:extLst>
          </a:blip>
          <a:srcRect l="1734" t="9091" r="7357"/>
          <a:stretch/>
        </p:blipFill>
        <p:spPr>
          <a:xfrm>
            <a:off x="5691261" y="1787124"/>
            <a:ext cx="5837780" cy="3283751"/>
          </a:xfrm>
          <a:prstGeom prst="rect">
            <a:avLst/>
          </a:prstGeom>
        </p:spPr>
      </p:pic>
    </p:spTree>
    <p:extLst>
      <p:ext uri="{BB962C8B-B14F-4D97-AF65-F5344CB8AC3E}">
        <p14:creationId xmlns:p14="http://schemas.microsoft.com/office/powerpoint/2010/main" val="295883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51FE170-AA75-24A7-281A-486556C2BF11}"/>
              </a:ext>
            </a:extLst>
          </p:cNvPr>
          <p:cNvSpPr txBox="1"/>
          <p:nvPr/>
        </p:nvSpPr>
        <p:spPr>
          <a:xfrm>
            <a:off x="612648" y="1114923"/>
            <a:ext cx="4621553" cy="13607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kern="1200" dirty="0">
                <a:solidFill>
                  <a:schemeClr val="tx1"/>
                </a:solidFill>
                <a:latin typeface="Times New Roman" panose="02020603050405020304" pitchFamily="18" charset="0"/>
                <a:ea typeface="+mj-ea"/>
                <a:cs typeface="Times New Roman" panose="02020603050405020304" pitchFamily="18" charset="0"/>
              </a:rPr>
              <a:t>Competitions States by Year</a:t>
            </a:r>
          </a:p>
        </p:txBody>
      </p:sp>
      <p:sp>
        <p:nvSpPr>
          <p:cNvPr id="11" name="TextBox 10">
            <a:extLst>
              <a:ext uri="{FF2B5EF4-FFF2-40B4-BE49-F238E27FC236}">
                <a16:creationId xmlns:a16="http://schemas.microsoft.com/office/drawing/2014/main" id="{83F6CE65-A2A2-56F1-2B7E-2A7D691EB8B6}"/>
              </a:ext>
            </a:extLst>
          </p:cNvPr>
          <p:cNvSpPr txBox="1"/>
          <p:nvPr/>
        </p:nvSpPr>
        <p:spPr>
          <a:xfrm>
            <a:off x="612648" y="2584058"/>
            <a:ext cx="4621553" cy="3159018"/>
          </a:xfrm>
          <a:prstGeom prst="rect">
            <a:avLst/>
          </a:prstGeom>
        </p:spPr>
        <p:txBody>
          <a:bodyPr vert="horz" lIns="91440" tIns="45720" rIns="91440" bIns="45720" rtlCol="0">
            <a:noAutofit/>
          </a:bodyPr>
          <a:lstStyle/>
          <a:p>
            <a:pPr indent="-228600" algn="just">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From 1930 to 2014, the FIFA World Cup showcased legendary teams and unforgettable moments. Uruguay won the first tournament in 1930, with Italy dominating the 1930s. Brazil emerged as a football powerhouse, winning five titles, including three between 1958 and 1970. Germany and Argentina also made their mark, with victories in multiple decades. By 2014, Germany had claimed their fourth title, defeating Argentina in a thrilling final, capping a tournament that saw record-breaking attendance and goal-scoring. The World Cup's history reflects the evolving global passion for football.</a:t>
            </a:r>
          </a:p>
        </p:txBody>
      </p:sp>
      <p:pic>
        <p:nvPicPr>
          <p:cNvPr id="10" name="Picture 9" descr="A graph of orange and yellow bars&#10;&#10;Description automatically generated">
            <a:extLst>
              <a:ext uri="{FF2B5EF4-FFF2-40B4-BE49-F238E27FC236}">
                <a16:creationId xmlns:a16="http://schemas.microsoft.com/office/drawing/2014/main" id="{A8AA6E8E-E86D-0803-7B0E-D70355DAD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261" y="1881988"/>
            <a:ext cx="5837780" cy="3094023"/>
          </a:xfrm>
          <a:prstGeom prst="rect">
            <a:avLst/>
          </a:prstGeom>
        </p:spPr>
      </p:pic>
    </p:spTree>
    <p:extLst>
      <p:ext uri="{BB962C8B-B14F-4D97-AF65-F5344CB8AC3E}">
        <p14:creationId xmlns:p14="http://schemas.microsoft.com/office/powerpoint/2010/main" val="287524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64763C7-05D7-5589-7E53-970F35B73ED0}"/>
              </a:ext>
            </a:extLst>
          </p:cNvPr>
          <p:cNvSpPr txBox="1"/>
          <p:nvPr/>
        </p:nvSpPr>
        <p:spPr>
          <a:xfrm>
            <a:off x="5906802" y="603504"/>
            <a:ext cx="5577902" cy="152704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kern="1200" dirty="0">
                <a:solidFill>
                  <a:schemeClr val="tx1"/>
                </a:solidFill>
                <a:latin typeface="Times New Roman" panose="02020603050405020304" pitchFamily="18" charset="0"/>
                <a:ea typeface="+mj-ea"/>
                <a:cs typeface="Times New Roman" panose="02020603050405020304" pitchFamily="18" charset="0"/>
              </a:rPr>
              <a:t>Countries Qualified to the World Cup</a:t>
            </a:r>
          </a:p>
        </p:txBody>
      </p:sp>
      <p:sp>
        <p:nvSpPr>
          <p:cNvPr id="5" name="TextBox 4">
            <a:extLst>
              <a:ext uri="{FF2B5EF4-FFF2-40B4-BE49-F238E27FC236}">
                <a16:creationId xmlns:a16="http://schemas.microsoft.com/office/drawing/2014/main" id="{C7ED0023-E398-9983-13B2-30537425A8D1}"/>
              </a:ext>
            </a:extLst>
          </p:cNvPr>
          <p:cNvSpPr txBox="1"/>
          <p:nvPr/>
        </p:nvSpPr>
        <p:spPr>
          <a:xfrm>
            <a:off x="5906802" y="2212848"/>
            <a:ext cx="5577902" cy="4096512"/>
          </a:xfrm>
          <a:prstGeom prst="rect">
            <a:avLst/>
          </a:prstGeom>
        </p:spPr>
        <p:txBody>
          <a:bodyPr vert="horz" lIns="91440" tIns="45720" rIns="91440" bIns="45720" rtlCol="0">
            <a:normAutofit/>
          </a:bodyPr>
          <a:lstStyle/>
          <a:p>
            <a:pPr indent="-228600" algn="just">
              <a:lnSpc>
                <a:spcPct val="12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list of countries that have qualified for the FIFA World Cup includes all teams that have participated in the tournament from its inception in 1930 through 2014. These teams represent a diverse range of nations from across the globe, reflecting the widespread appeal and competitive nature of international football. Among the most successful are Brazil, Germany, and Italy, which have consistently qualified and performed well in the tournament. Other notable countries include Argentina, France, and England, each with their own storied histories in World Cup competition.</a:t>
            </a:r>
          </a:p>
        </p:txBody>
      </p:sp>
      <p:pic>
        <p:nvPicPr>
          <p:cNvPr id="3" name="Picture 2" descr="A screen shot of a computer&#10;&#10;Description automatically generated">
            <a:extLst>
              <a:ext uri="{FF2B5EF4-FFF2-40B4-BE49-F238E27FC236}">
                <a16:creationId xmlns:a16="http://schemas.microsoft.com/office/drawing/2014/main" id="{2B9700C4-6595-4DDA-40B0-2FC340D01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298" y="2032000"/>
            <a:ext cx="5577902" cy="3454400"/>
          </a:xfrm>
          <a:prstGeom prst="rect">
            <a:avLst/>
          </a:prstGeom>
        </p:spPr>
      </p:pic>
    </p:spTree>
    <p:extLst>
      <p:ext uri="{BB962C8B-B14F-4D97-AF65-F5344CB8AC3E}">
        <p14:creationId xmlns:p14="http://schemas.microsoft.com/office/powerpoint/2010/main" val="146670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9DCB2F-0AB7-6AD3-2F37-EC81693FE337}"/>
              </a:ext>
            </a:extLst>
          </p:cNvPr>
          <p:cNvSpPr txBox="1"/>
          <p:nvPr/>
        </p:nvSpPr>
        <p:spPr>
          <a:xfrm>
            <a:off x="612648" y="1114923"/>
            <a:ext cx="4621553" cy="13607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100" b="1" kern="1200" dirty="0">
                <a:solidFill>
                  <a:schemeClr val="tx1"/>
                </a:solidFill>
                <a:latin typeface="Times New Roman" panose="02020603050405020304" pitchFamily="18" charset="0"/>
                <a:ea typeface="+mj-ea"/>
                <a:cs typeface="Times New Roman" panose="02020603050405020304" pitchFamily="18" charset="0"/>
              </a:rPr>
              <a:t>Teams by Total Finals and Semi-finals</a:t>
            </a:r>
          </a:p>
        </p:txBody>
      </p:sp>
      <p:sp>
        <p:nvSpPr>
          <p:cNvPr id="5" name="TextBox 4">
            <a:extLst>
              <a:ext uri="{FF2B5EF4-FFF2-40B4-BE49-F238E27FC236}">
                <a16:creationId xmlns:a16="http://schemas.microsoft.com/office/drawing/2014/main" id="{90DF6B55-E3D4-97FB-C5A3-EE1E069BF1BC}"/>
              </a:ext>
            </a:extLst>
          </p:cNvPr>
          <p:cNvSpPr txBox="1"/>
          <p:nvPr/>
        </p:nvSpPr>
        <p:spPr>
          <a:xfrm>
            <a:off x="612648" y="2584058"/>
            <a:ext cx="4621553" cy="3159018"/>
          </a:xfrm>
          <a:prstGeom prst="rect">
            <a:avLst/>
          </a:prstGeom>
        </p:spPr>
        <p:txBody>
          <a:bodyPr vert="horz" lIns="91440" tIns="45720" rIns="91440" bIns="45720" rtlCol="0">
            <a:noAutofit/>
          </a:bodyPr>
          <a:lstStyle/>
          <a:p>
            <a:pPr indent="-228600" algn="just">
              <a:lnSpc>
                <a:spcPct val="11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teams with the most appearances in World Cup finals and semi-finals include football powerhouses like Brazil, Germany, and Italy. Brazil leads with numerous finals appearances, having won the tournament five times. Germany and Italy also frequently reach the latter stages, with multiple finals and semi-finals under their belts. Other notable teams include Argentina and France, each with a strong history of deep tournament runs, often making it to the finals or at least the semi-finals.</a:t>
            </a:r>
          </a:p>
        </p:txBody>
      </p:sp>
      <p:pic>
        <p:nvPicPr>
          <p:cNvPr id="3" name="Picture 2" descr="A screenshot of a computer&#10;&#10;Description automatically generated">
            <a:extLst>
              <a:ext uri="{FF2B5EF4-FFF2-40B4-BE49-F238E27FC236}">
                <a16:creationId xmlns:a16="http://schemas.microsoft.com/office/drawing/2014/main" id="{231E107C-9FF4-D6BA-9B26-65CF8E8478DF}"/>
              </a:ext>
            </a:extLst>
          </p:cNvPr>
          <p:cNvPicPr>
            <a:picLocks noChangeAspect="1"/>
          </p:cNvPicPr>
          <p:nvPr/>
        </p:nvPicPr>
        <p:blipFill>
          <a:blip r:embed="rId2">
            <a:extLst>
              <a:ext uri="{28A0092B-C50C-407E-A947-70E740481C1C}">
                <a14:useLocalDpi xmlns:a14="http://schemas.microsoft.com/office/drawing/2010/main" val="0"/>
              </a:ext>
            </a:extLst>
          </a:blip>
          <a:srcRect l="3264" r="9130" b="-1"/>
          <a:stretch/>
        </p:blipFill>
        <p:spPr>
          <a:xfrm>
            <a:off x="5691261" y="2337812"/>
            <a:ext cx="5837780" cy="2182374"/>
          </a:xfrm>
          <a:prstGeom prst="rect">
            <a:avLst/>
          </a:prstGeom>
        </p:spPr>
      </p:pic>
    </p:spTree>
    <p:extLst>
      <p:ext uri="{BB962C8B-B14F-4D97-AF65-F5344CB8AC3E}">
        <p14:creationId xmlns:p14="http://schemas.microsoft.com/office/powerpoint/2010/main" val="2533070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20823B1-3535-1EDC-012F-3F465F0F5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3972561"/>
          </a:xfrm>
          <a:prstGeom prst="rect">
            <a:avLst/>
          </a:prstGeom>
        </p:spPr>
      </p:pic>
      <p:sp>
        <p:nvSpPr>
          <p:cNvPr id="4" name="TextBox 3">
            <a:extLst>
              <a:ext uri="{FF2B5EF4-FFF2-40B4-BE49-F238E27FC236}">
                <a16:creationId xmlns:a16="http://schemas.microsoft.com/office/drawing/2014/main" id="{3299F1C7-3BB9-A65F-C495-8E4CAF028D9E}"/>
              </a:ext>
            </a:extLst>
          </p:cNvPr>
          <p:cNvSpPr txBox="1"/>
          <p:nvPr/>
        </p:nvSpPr>
        <p:spPr>
          <a:xfrm>
            <a:off x="162560" y="4165600"/>
            <a:ext cx="116332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Winners and top team by World Cup Year and final’s Stadium </a:t>
            </a:r>
          </a:p>
        </p:txBody>
      </p:sp>
      <p:sp>
        <p:nvSpPr>
          <p:cNvPr id="5" name="TextBox 4">
            <a:extLst>
              <a:ext uri="{FF2B5EF4-FFF2-40B4-BE49-F238E27FC236}">
                <a16:creationId xmlns:a16="http://schemas.microsoft.com/office/drawing/2014/main" id="{952786D4-DD50-4703-97FD-40D941B625BD}"/>
              </a:ext>
            </a:extLst>
          </p:cNvPr>
          <p:cNvSpPr txBox="1"/>
          <p:nvPr/>
        </p:nvSpPr>
        <p:spPr>
          <a:xfrm>
            <a:off x="162560" y="4727971"/>
            <a:ext cx="11633200" cy="147732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Each FIFA World Cup has been marked by historic victories and iconic venues. For example, in 1930, Uruguay won the inaugural World Cup at the Estadio Centenario in Montevideo. Italy claimed victory in 1934 at the </a:t>
            </a:r>
            <a:r>
              <a:rPr lang="en-US" dirty="0" err="1">
                <a:latin typeface="Times New Roman" panose="02020603050405020304" pitchFamily="18" charset="0"/>
                <a:cs typeface="Times New Roman" panose="02020603050405020304" pitchFamily="18" charset="0"/>
              </a:rPr>
              <a:t>Stadio</a:t>
            </a:r>
            <a:r>
              <a:rPr lang="en-US" dirty="0">
                <a:latin typeface="Times New Roman" panose="02020603050405020304" pitchFamily="18" charset="0"/>
                <a:cs typeface="Times New Roman" panose="02020603050405020304" pitchFamily="18" charset="0"/>
              </a:rPr>
              <a:t> Nazionale PNF in Rome, and Brazil won their first title in 1958 at the </a:t>
            </a:r>
            <a:r>
              <a:rPr lang="en-US" dirty="0" err="1">
                <a:latin typeface="Times New Roman" panose="02020603050405020304" pitchFamily="18" charset="0"/>
                <a:cs typeface="Times New Roman" panose="02020603050405020304" pitchFamily="18" charset="0"/>
              </a:rPr>
              <a:t>Råsunda</a:t>
            </a:r>
            <a:r>
              <a:rPr lang="en-US" dirty="0">
                <a:latin typeface="Times New Roman" panose="02020603050405020304" pitchFamily="18" charset="0"/>
                <a:cs typeface="Times New Roman" panose="02020603050405020304" pitchFamily="18" charset="0"/>
              </a:rPr>
              <a:t> Stadium in Sweden. Other memorable finals include England's 1966 win at Wembley Stadium and Germany's 2014 victory at the Maracanã Stadium in Brazil. Each final has crowned a champion in a stadium that often becomes a part of football lore.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83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E88142-BF7C-2AA0-406B-D0AD6C027CAE}"/>
              </a:ext>
            </a:extLst>
          </p:cNvPr>
          <p:cNvSpPr txBox="1"/>
          <p:nvPr/>
        </p:nvSpPr>
        <p:spPr>
          <a:xfrm>
            <a:off x="1039091" y="2732810"/>
            <a:ext cx="9746673" cy="1169551"/>
          </a:xfrm>
          <a:prstGeom prst="rect">
            <a:avLst/>
          </a:prstGeom>
          <a:noFill/>
        </p:spPr>
        <p:txBody>
          <a:bodyPr wrap="square" rtlCol="0">
            <a:spAutoFit/>
          </a:bodyPr>
          <a:lstStyle/>
          <a:p>
            <a:pPr algn="ctr"/>
            <a:r>
              <a:rPr lang="en-IN" sz="7000" dirty="0"/>
              <a:t>THANK YOU</a:t>
            </a:r>
          </a:p>
        </p:txBody>
      </p:sp>
    </p:spTree>
    <p:extLst>
      <p:ext uri="{BB962C8B-B14F-4D97-AF65-F5344CB8AC3E}">
        <p14:creationId xmlns:p14="http://schemas.microsoft.com/office/powerpoint/2010/main" val="1937013067"/>
      </p:ext>
    </p:extLst>
  </p:cSld>
  <p:clrMapOvr>
    <a:masterClrMapping/>
  </p:clrMapOvr>
</p:sld>
</file>

<file path=ppt/theme/theme1.xml><?xml version="1.0" encoding="utf-8"?>
<a:theme xmlns:a="http://schemas.openxmlformats.org/drawingml/2006/main" name="VanillaVTI">
  <a:themeElements>
    <a:clrScheme name="AnalogousFromLightSeedLeftStep">
      <a:dk1>
        <a:srgbClr val="000000"/>
      </a:dk1>
      <a:lt1>
        <a:srgbClr val="FFFFFF"/>
      </a:lt1>
      <a:dk2>
        <a:srgbClr val="3E2441"/>
      </a:dk2>
      <a:lt2>
        <a:srgbClr val="E8E6E2"/>
      </a:lt2>
      <a:accent1>
        <a:srgbClr val="96A3C6"/>
      </a:accent1>
      <a:accent2>
        <a:srgbClr val="7FA7BA"/>
      </a:accent2>
      <a:accent3>
        <a:srgbClr val="82ACA8"/>
      </a:accent3>
      <a:accent4>
        <a:srgbClr val="77AE92"/>
      </a:accent4>
      <a:accent5>
        <a:srgbClr val="81AC84"/>
      </a:accent5>
      <a:accent6>
        <a:srgbClr val="8AAE77"/>
      </a:accent6>
      <a:hlink>
        <a:srgbClr val="908157"/>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78</TotalTime>
  <Words>554</Words>
  <Application>Microsoft Office PowerPoint</Application>
  <PresentationFormat>Widescreen</PresentationFormat>
  <Paragraphs>14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Neue Haas Grotesk Text Pro</vt:lpstr>
      <vt:lpstr>Times New Roman</vt:lpstr>
      <vt:lpstr>VanillaVTI</vt:lpstr>
      <vt:lpstr>FIFA WORLD CUP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Purushotham Velpula</dc:creator>
  <cp:lastModifiedBy>Purushotham Velpula</cp:lastModifiedBy>
  <cp:revision>3</cp:revision>
  <dcterms:created xsi:type="dcterms:W3CDTF">2024-08-30T05:00:57Z</dcterms:created>
  <dcterms:modified xsi:type="dcterms:W3CDTF">2025-12-02T12:02:34Z</dcterms:modified>
</cp:coreProperties>
</file>